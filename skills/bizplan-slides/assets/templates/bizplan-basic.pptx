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>
            <a:lvl1pPr algn="ctr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63040"/>
            <a:ext cx="11094415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400800"/>
            <a:ext cx="22860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40480" y="6400800"/>
            <a:ext cx="4510735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1455" y="6400800"/>
            <a:ext cx="1371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상단 강조선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rgbClr val="1E3A8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E3A8A"/>
      </a:dk2>
      <a:lt2>
        <a:srgbClr val="EEECE1"/>
      </a:lt2>
      <a:accent1>
        <a:srgbClr val="1E3A8A"/>
      </a:accent1>
      <a:accent2>
        <a:srgbClr val="F59E0B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